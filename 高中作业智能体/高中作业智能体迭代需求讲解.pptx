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7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304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0"/>
            <a:ext cx="1645920" cy="164592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23760" y="182880"/>
            <a:ext cx="1737360" cy="173736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0" b="1" kern="0" spc="-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kern="0" spc="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智能体迭代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高中作业智能体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0" y="2011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kern="0" spc="100" dirty="0">
                <a:solidFill>
                  <a:srgbClr val="E8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迭代需求 · 深度讲解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0" y="2743200"/>
            <a:ext cx="109728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聚焦新高考题型 × 前沿情境 × 多层防幻觉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一线教师需求挖掘 · 四维度梳理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 / 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0" y="137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高中作业智能体迭代 · 需求讲解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四个维度,系统梳理需求全貌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从客户目标到项目定义,层层拆解本次迭代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137160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20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92024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2024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客户想解决什么?最终想得到什么?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783080"/>
            <a:ext cx="137160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20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3504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3504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业务现在怎么运转?增长卡在哪里?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74720"/>
            <a:ext cx="137160" cy="1463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6118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92024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边界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2024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哪些已确定?哪些仍可调整?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474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474720"/>
            <a:ext cx="137160" cy="1463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6118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03504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定义项目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03504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本次需要回答哪些核心问题?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目标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0" y="137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高中作业智能体迭代 · 需求讲解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客户想解决什么?最终想得到什么?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572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核心目标:打造能精准匹配最新高考考向、紧扣前沿热点的高中智能出题工具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988820" cy="164592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48840"/>
            <a:ext cx="19888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131570" y="2423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13157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题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18059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题型层面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429000"/>
            <a:ext cx="17145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紧跟新高考改革,告别教辅老旧与题干过长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37460" y="2148840"/>
            <a:ext cx="1988820" cy="164592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2537460" y="2148840"/>
            <a:ext cx="198882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3211830" y="2423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21183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效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628900" y="3154680"/>
            <a:ext cx="18059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教研提效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74620" y="3429000"/>
            <a:ext cx="17145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缓解高三组卷负担,替代传统印卷流水线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148840"/>
            <a:ext cx="1988820" cy="164592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7720" y="2148840"/>
            <a:ext cx="1988820" cy="10972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3" name="Shape 21"/>
          <p:cNvSpPr/>
          <p:nvPr/>
        </p:nvSpPr>
        <p:spPr>
          <a:xfrm>
            <a:off x="5292090" y="24231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529209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709160" y="3154680"/>
            <a:ext cx="18059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情境创新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3429000"/>
            <a:ext cx="17145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融入量子点、航天燃料等高深背景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97980" y="2148840"/>
            <a:ext cx="1988820" cy="164592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</p:spPr>
      </p:sp>
      <p:sp>
        <p:nvSpPr>
          <p:cNvPr id="28" name="Shape 26"/>
          <p:cNvSpPr/>
          <p:nvPr/>
        </p:nvSpPr>
        <p:spPr>
          <a:xfrm>
            <a:off x="6697980" y="2148840"/>
            <a:ext cx="1988820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9" name="Shape 27"/>
          <p:cNvSpPr/>
          <p:nvPr/>
        </p:nvSpPr>
        <p:spPr>
          <a:xfrm>
            <a:off x="7372350" y="24231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737235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789420" y="3154680"/>
            <a:ext cx="18059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质量保障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35140" y="3429000"/>
            <a:ext cx="17145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科学性错误率 &lt; 5%,多层校验闭环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7692"/>
            </a:avLst>
          </a:prstGeom>
          <a:solidFill>
            <a:srgbClr val="F0F7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最终交付:</a:t>
            </a: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面向高三的 “AI 命题 → 学科专家审核 → 老师编辑下发” 闭环工具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现状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0" y="137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高中作业智能体迭代 · 需求讲解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业务现在怎么运转?增长卡在哪里?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57200" cy="36576"/>
          </a:xfrm>
          <a:prstGeom prst="rect">
            <a:avLst/>
          </a:prstGeom>
          <a:solidFill>
            <a:srgbClr val="F96167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环节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当前现状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卡点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题源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教辅 + 教研经验命题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难以匹配最新高考考向,看起来新、做起来旧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情境素材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传统学科情境为主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缺少量子点、航天燃料等高深背景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出题流程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人工命题 + 印刷下发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周期长,新热点响应滞后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通用百科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缺乏高校论文与期刊结构化拆解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审核机制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老师人工把关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缺分层防线,科学性错误频发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F4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增长瓶颈: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题型滞后 × 情境陈旧 × 审核单一 = 试卷 “质” 与 “速” 难以兼得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边界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0" y="137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高中作业智能体迭代 · 需求讲解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哪些已确定?哪些仍可调整?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572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402336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25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已确定(刚需)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20574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947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服务场景:锁定高中、高三出题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4048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题型:紧跟最新高考题型与改革方向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9718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8620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素材:科技论文 / 教育期刊 / 时事 / 政策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3192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审核:硬校验 + DeepEval + 老师人工 ≥90%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8862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7764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老师可在结果上直接编辑作业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32588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691640"/>
            <a:ext cx="4023360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325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仍可调整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83480" y="2084832"/>
            <a:ext cx="164592" cy="16459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1993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前端交互:单页分步 vs 多步向导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2450592"/>
            <a:ext cx="164592" cy="16459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23591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知识库更新节奏:月 / 半月 / 即时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2816352"/>
            <a:ext cx="164592" cy="16459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27249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规则权重与学科适配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3182112"/>
            <a:ext cx="164592" cy="16459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30906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人工调整的具体范围界定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3547872"/>
            <a:ext cx="164592" cy="16459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5257800" y="34564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分步生成的颗粒度与可中断编辑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3913632"/>
            <a:ext cx="164592" cy="16459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5257800" y="38221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高深背景的“降维”标准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确定项定义产品形态的“硬约束”  ⚙ 可调整项为后续迭代保留灵活空间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定义项目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0" y="137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高中作业智能体迭代 · 需求讲解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本次到底需要回答哪些问题?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572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2621280" cy="1508760"/>
          </a:xfrm>
          <a:prstGeom prst="roundRect">
            <a:avLst>
              <a:gd name="adj" fmla="val 4848"/>
            </a:avLst>
          </a:prstGeom>
          <a:solidFill>
            <a:srgbClr val="E8F4F8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6304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630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463040"/>
            <a:ext cx="1706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新题型生成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2346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如何稳定生成新高考改革题型?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468880"/>
            <a:ext cx="234696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14600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衡量:命中率 / 覆盖率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61360" y="1325880"/>
            <a:ext cx="2621280" cy="1508760"/>
          </a:xfrm>
          <a:prstGeom prst="roundRect">
            <a:avLst>
              <a:gd name="adj" fmla="val 4848"/>
            </a:avLst>
          </a:prstGeom>
          <a:solidFill>
            <a:srgbClr val="E8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98520" y="146304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3398520" y="14630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38600" y="1463040"/>
            <a:ext cx="1706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前沿情境降维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98520" y="1874520"/>
            <a:ext cx="2346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如何把高深背景转化为可理解情境?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98520" y="2468880"/>
            <a:ext cx="234696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3398520" y="2514600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衡量:新颖度 / 可读性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65520" y="1325880"/>
            <a:ext cx="2621280" cy="1508760"/>
          </a:xfrm>
          <a:prstGeom prst="roundRect">
            <a:avLst>
              <a:gd name="adj" fmla="val 4848"/>
            </a:avLst>
          </a:prstGeom>
          <a:solidFill>
            <a:srgbClr val="E8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202680" y="146304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202680" y="14630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42760" y="1463040"/>
            <a:ext cx="1706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素材库构建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02680" y="1874520"/>
            <a:ext cx="2346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四大来源如何结构化整合?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02680" y="2468880"/>
            <a:ext cx="234696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202680" y="2514600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衡量:覆盖度 / 更新频率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2621280" cy="1508760"/>
          </a:xfrm>
          <a:prstGeom prst="roundRect">
            <a:avLst>
              <a:gd name="adj" fmla="val 4848"/>
            </a:avLst>
          </a:prstGeom>
          <a:solidFill>
            <a:srgbClr val="E8F4F8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315468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154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3154680"/>
            <a:ext cx="1706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专家参与机制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" y="3566160"/>
            <a:ext cx="2346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学科专家如何拆解与维护知识库?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4160520"/>
            <a:ext cx="234696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206240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衡量:拆解量 / 维护成本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61360" y="3017520"/>
            <a:ext cx="2621280" cy="1508760"/>
          </a:xfrm>
          <a:prstGeom prst="roundRect">
            <a:avLst>
              <a:gd name="adj" fmla="val 4848"/>
            </a:avLst>
          </a:prstGeom>
          <a:solidFill>
            <a:srgbClr val="E8F4F8"/>
          </a:solidFill>
          <a:ln/>
        </p:spPr>
      </p:sp>
      <p:sp>
        <p:nvSpPr>
          <p:cNvPr id="36" name="Shape 34"/>
          <p:cNvSpPr/>
          <p:nvPr/>
        </p:nvSpPr>
        <p:spPr>
          <a:xfrm>
            <a:off x="3398520" y="315468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3398520" y="3154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038600" y="3154680"/>
            <a:ext cx="1706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防幻觉校验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98520" y="3566160"/>
            <a:ext cx="2346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如何设计多层校验闭环?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98520" y="4160520"/>
            <a:ext cx="234696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3398520" y="4206240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衡量:错误率 / 覆盖率≥90%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65520" y="3017520"/>
            <a:ext cx="2621280" cy="1508760"/>
          </a:xfrm>
          <a:prstGeom prst="roundRect">
            <a:avLst>
              <a:gd name="adj" fmla="val 4848"/>
            </a:avLst>
          </a:prstGeom>
          <a:solidFill>
            <a:srgbClr val="E8F4F8"/>
          </a:solidFill>
          <a:ln/>
        </p:spPr>
      </p:sp>
      <p:sp>
        <p:nvSpPr>
          <p:cNvPr id="43" name="Shape 41"/>
          <p:cNvSpPr/>
          <p:nvPr/>
        </p:nvSpPr>
        <p:spPr>
          <a:xfrm>
            <a:off x="6202680" y="315468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6202680" y="3154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42760" y="3154680"/>
            <a:ext cx="1706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分步生成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202680" y="3566160"/>
            <a:ext cx="2346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如何降低等待并支持就地编辑?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02680" y="4160520"/>
            <a:ext cx="234696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8" name="Text 46"/>
          <p:cNvSpPr/>
          <p:nvPr/>
        </p:nvSpPr>
        <p:spPr>
          <a:xfrm>
            <a:off x="6202680" y="4206240"/>
            <a:ext cx="2346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衡量:等待时长 / 编辑率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个问题构成本次迭代的“命题-审核-编辑”全链路闭环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1" name="Text 49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痛点聚焦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0" y="137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高中作业智能体迭代 · 需求讲解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三大核心痛点:为什么必须迭代?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572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2621280" cy="27432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2621280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74520"/>
            <a:ext cx="262128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072640" y="14630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旧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2255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题型滞后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36576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教辅题目老旧,题干过长,新高考题型跟不上,学生抵触情绪大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1360" y="1417320"/>
            <a:ext cx="2621280" cy="27432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1360" y="1417320"/>
            <a:ext cx="2621280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3261360" y="1874520"/>
            <a:ext cx="262128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444240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76800" y="14630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浅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444240" y="2286000"/>
            <a:ext cx="2255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情境陈旧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444240" y="2788920"/>
            <a:ext cx="36576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3444240" y="292608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缺乏量子点、航天燃料等高深背景,学生面对高考真题容易“破防”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65520" y="1417320"/>
            <a:ext cx="2621280" cy="27432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65520" y="1417320"/>
            <a:ext cx="2621280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25" name="Shape 23"/>
          <p:cNvSpPr/>
          <p:nvPr/>
        </p:nvSpPr>
        <p:spPr>
          <a:xfrm>
            <a:off x="6065520" y="1874520"/>
            <a:ext cx="2621280" cy="1828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248400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680960" y="14630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险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248400" y="2286000"/>
            <a:ext cx="2255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审核单一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48400" y="2788920"/>
            <a:ext cx="365760" cy="2743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6248400" y="2926080"/>
            <a:ext cx="225552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完全依赖老师人工把关,缺分层校验,科学性错误频发难根除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三大痛点叠加 → 试卷 “质” 与 “速” 难以兼得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落地路径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0" y="137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高中作业智能体迭代 · 需求讲解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迭代优先级:P0 → P1 → P2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5720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874520"/>
            <a:ext cx="7680960" cy="36576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8" name="Shape 6"/>
          <p:cNvSpPr/>
          <p:nvPr/>
        </p:nvSpPr>
        <p:spPr>
          <a:xfrm>
            <a:off x="1402080" y="19202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4020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621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核心质量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621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防幻觉 + 新题型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7315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37560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多层校验闭环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721608"/>
            <a:ext cx="7315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30168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新高考题型生成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014216"/>
            <a:ext cx="73152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922776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硬校验 + DeepEval + 人工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19202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261360" y="2697480"/>
            <a:ext cx="2621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内容创新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1360" y="2971800"/>
            <a:ext cx="2621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情境 + 素材库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35680" y="3429000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3672840" y="3337560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前沿情境降维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35680" y="3721608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672840" y="3630168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四大来源素材库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35680" y="4014216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3672840" y="3922776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高深背景高中化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10400" y="1920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701040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065520" y="2697480"/>
            <a:ext cx="2621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体验闭环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65520" y="2971800"/>
            <a:ext cx="2621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专家机制 + 编辑体验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9840" y="3429000"/>
            <a:ext cx="7315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477000" y="3337560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学科专家介入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39840" y="3721608"/>
            <a:ext cx="7315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477000" y="3630168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分步生成 + 编辑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39840" y="4014216"/>
            <a:ext cx="73152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6477000" y="3922776"/>
            <a:ext cx="2164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知识库持续维护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94688" y="181965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Shape 37"/>
          <p:cNvSpPr/>
          <p:nvPr/>
        </p:nvSpPr>
        <p:spPr>
          <a:xfrm>
            <a:off x="4498848" y="1819656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Shape 38"/>
          <p:cNvSpPr/>
          <p:nvPr/>
        </p:nvSpPr>
        <p:spPr>
          <a:xfrm>
            <a:off x="7303008" y="18196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0" y="1691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0F7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策略: </a:t>
            </a: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先用 P0 守住质量底线,再用 P1 拉开内容差异化,最后用 P2 收口编辑体验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5" name="Text 43"/>
          <p:cNvSpPr/>
          <p:nvPr/>
        </p:nvSpPr>
        <p:spPr>
          <a:xfrm>
            <a:off x="804672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0"/>
            <a:ext cx="1645920" cy="164592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182880"/>
            <a:ext cx="1737360" cy="173736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一句话结论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E8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1874520"/>
            <a:ext cx="13716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 “AI 出题工具” 从 </a:t>
            </a: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通用组卷器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升级为 </a:t>
            </a: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前沿情境 × 新高考题型 × 多层防幻觉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的一体化智能命题平台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36576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套前沿素材库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9000" y="36576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套题型生成引擎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97880" y="36576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89788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套质检闭环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85750"/>
            <a:ext cx="4572000" cy="4572000"/>
          </a:xfrm>
          <a:prstGeom prst="ellipse">
            <a:avLst/>
          </a:prstGeom>
          <a:solidFill>
            <a:srgbClr val="F0F7F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742950"/>
            <a:ext cx="3657600" cy="3657600"/>
          </a:xfrm>
          <a:prstGeom prst="ellipse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6000" b="1" kern="0" spc="8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206240" y="2606040"/>
            <a:ext cx="73152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kern="0" spc="4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感谢聆听 · 期待共建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下一步:PRD 撰写 · Roadmap 拆解 · 试点学科选择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高中作业智能体迭代项目 · 2026.09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全屏显示(16:9)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智丽 殷</cp:lastModifiedBy>
  <cp:revision>2</cp:revision>
  <dcterms:created xsi:type="dcterms:W3CDTF">2026-09-23T10:35:19Z</dcterms:created>
  <dcterms:modified xsi:type="dcterms:W3CDTF">2026-10-09T05:13:20Z</dcterms:modified>
</cp:coreProperties>
</file>