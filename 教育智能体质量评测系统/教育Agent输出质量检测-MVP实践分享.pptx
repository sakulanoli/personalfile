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内部分享 · 技术 &amp; 产品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86384" y="1417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教育Agent输出质量检测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822960" y="24871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从完整规划到 MVP 落地：框架 · 规则 · 流程 · 页面实现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092440" y="1325880"/>
            <a:ext cx="3566160" cy="34290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572768"/>
            <a:ext cx="914400" cy="914400"/>
          </a:xfrm>
          <a:prstGeom prst="ellipse">
            <a:avLst/>
          </a:prstGeom>
          <a:solidFill>
            <a:srgbClr val="FFFFFF"/>
          </a:solidFill>
          <a:ln w="82550">
            <a:solidFill>
              <a:srgbClr val="6E5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7922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464040" y="1737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阅读智能体-小学版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儿童对话 60% · 错题解析 40%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0" y="2606040"/>
            <a:ext cx="914400" cy="914400"/>
          </a:xfrm>
          <a:prstGeom prst="ellipse">
            <a:avLst/>
          </a:prstGeom>
          <a:solidFill>
            <a:srgbClr val="FFFFFF"/>
          </a:solidFill>
          <a:ln w="82550">
            <a:solidFill>
              <a:srgbClr val="14A0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8254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464040" y="277063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作业智能体-小学版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融合45% · 学科45% · 生图10%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0" y="3639312"/>
            <a:ext cx="914400" cy="914400"/>
          </a:xfrm>
          <a:prstGeom prst="ellipse">
            <a:avLst/>
          </a:prstGeom>
          <a:solidFill>
            <a:srgbClr val="FFFFFF"/>
          </a:solidFill>
          <a:ln w="82550">
            <a:solidFill>
              <a:srgbClr val="E88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38587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464040" y="380390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作业智能体-中学版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出题组卷 80% · 试题解析 20%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10561320" cy="914400"/>
          </a:xfrm>
          <a:prstGeom prst="roundRect">
            <a:avLst>
              <a:gd name="adj" fmla="val 7000"/>
            </a:avLst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230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每次只检测一个智能体　·　</a:t>
            </a:r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规则检查（全量） + 智能评分（LLM裁判）　·　</a:t>
            </a:r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 / 场景 / 规则 / 提示词约束 按智能体独立配置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金岭教育科技（上海）有限公司 · 2026年9月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教育Agent输出质量检测 · 内部分享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为什么要做输出质量检测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097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三款教育Agent已上线，输出直达一线师生——内容质量就是产品生命线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74520"/>
            <a:ext cx="457200" cy="82296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58952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合规是底线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" y="2944368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面向未成年学生的产品：内容安全、适龄性、价值观是硬约束；GB/T 45654-2025 等要求可检测、可评估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160020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1874520"/>
            <a:ext cx="457200" cy="822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53712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保障很分散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53712" y="2944368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三款产品各自有质量门、安全校验、教师审核——口径不一致、规则不复用、无法量化呈现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2440" y="160020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48472" y="1874520"/>
            <a:ext cx="457200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20" name="Text 18"/>
          <p:cNvSpPr/>
          <p:nvPr/>
        </p:nvSpPr>
        <p:spPr>
          <a:xfrm>
            <a:off x="8348472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48472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问题靠人找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8472" y="2944368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依赖教师审核与人工抽检，发现问题滞后；结果不沉淀，提示词与模型迭代缺少依据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160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4074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</a:t>
            </a:r>
            <a:pPr indent="0" marL="0">
              <a:buNone/>
            </a:pPr>
            <a:r>
              <a:rPr lang="en-US" sz="14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一套按智能体选跑的持续质量检测——</a:t>
            </a:r>
            <a:pPr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底线全量守住、质量抽样可量化、问题样本可闭环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349240"/>
            <a:ext cx="11201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77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当前范围：</a:t>
            </a:r>
            <a:pPr indent="0" marL="0">
              <a:buNone/>
            </a:pPr>
            <a:r>
              <a:rPr lang="en-US" sz="12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个智能体 · 7 个场景 · 18 条模拟样本（埋入 10 类典型问题）· 每场景每日深检 100~200 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教育Agent输出质量检测 · 内部分享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DECISION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核心决策：为什么做减法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097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初创团队：几个人、技术储备有限——把工程化投入降到最低，先让体系转起来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667512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完整版规划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0624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落地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五层流水线 L1-L5 + 置信度路由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50208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103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两层：规则检查（全量）+ 智能评分（LLM裁判）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615184"/>
            <a:ext cx="6035040" cy="0"/>
          </a:xfrm>
          <a:prstGeom prst="line">
            <a:avLst/>
          </a:prstGeom>
          <a:noFill/>
          <a:ln w="9525">
            <a:solidFill>
              <a:srgbClr val="E4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670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五级告警 P0-P3 + 数据质量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50208" y="26700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26700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两类：重点问题（当日处理）+ 趋势预警（周度复盘）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182112"/>
            <a:ext cx="6035040" cy="0"/>
          </a:xfrm>
          <a:prstGeom prst="line">
            <a:avLst/>
          </a:prstGeom>
          <a:noFill/>
          <a:ln w="9525">
            <a:solidFill>
              <a:srgbClr val="E4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2369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通用裁判 + 学科裁判 + 多裁判投票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50208" y="32369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32369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LLM 裁判按维度 rubric 打分（模拟裁判先行）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3749040"/>
            <a:ext cx="6035040" cy="0"/>
          </a:xfrm>
          <a:prstGeom prst="line">
            <a:avLst/>
          </a:prstGeom>
          <a:noFill/>
          <a:ln w="9525">
            <a:solidFill>
              <a:srgbClr val="E4E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8039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校准体系 κ / ECE / 自动放行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50208" y="380390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0" y="38039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取消，人工复核兜底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315968"/>
            <a:ext cx="6035040" cy="0"/>
          </a:xfrm>
          <a:prstGeom prst="line">
            <a:avLst/>
          </a:prstGeom>
          <a:noFill/>
          <a:ln w="9525">
            <a:solidFill>
              <a:srgbClr val="E4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370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回归集 / 发布门禁 / 红队对抗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50208" y="43708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0" y="4370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badcase 清单人工沉淀，攒厚即回归集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4882896"/>
            <a:ext cx="6035040" cy="0"/>
          </a:xfrm>
          <a:prstGeom prst="line">
            <a:avLst/>
          </a:prstGeom>
          <a:noFill/>
          <a:ln w="9525">
            <a:solidFill>
              <a:srgbClr val="E4E4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专职质量 / 校准 / 工程负责人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50208" y="4937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97680" y="4937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一人多角，流程轻量化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06640" y="1572768"/>
            <a:ext cx="427939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62672" y="1810512"/>
            <a:ext cx="384048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36" name="Text 34"/>
          <p:cNvSpPr/>
          <p:nvPr/>
        </p:nvSpPr>
        <p:spPr>
          <a:xfrm>
            <a:off x="7662672" y="1938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聚焦主要矛盾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662672" y="22677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只解决三件事：安全底线全量守住、质量抽样可量化、发现的问题能修掉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06640" y="2944368"/>
            <a:ext cx="427939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62672" y="3182112"/>
            <a:ext cx="384048" cy="82296"/>
          </a:xfrm>
          <a:prstGeom prst="rect">
            <a:avLst/>
          </a:prstGeom>
          <a:solidFill>
            <a:srgbClr val="14A08F"/>
          </a:solidFill>
          <a:ln/>
        </p:spPr>
      </p:sp>
      <p:sp>
        <p:nvSpPr>
          <p:cNvPr id="40" name="Text 38"/>
          <p:cNvSpPr/>
          <p:nvPr/>
        </p:nvSpPr>
        <p:spPr>
          <a:xfrm>
            <a:off x="7662672" y="3310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小步快跑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7662672" y="36393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先用起来再完善：2 周可上线，维护=改配置；检测成本每月几十~几百元量级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06640" y="4315968"/>
            <a:ext cx="427939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62672" y="4553712"/>
            <a:ext cx="384048" cy="8229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44" name="Text 42"/>
          <p:cNvSpPr/>
          <p:nvPr/>
        </p:nvSpPr>
        <p:spPr>
          <a:xfrm>
            <a:off x="7662672" y="4681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减法≠能力阉割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7662672" y="50109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被砍的是工程化投入，不是能力——架构留口子，捡回来是加法不是重构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" y="5715000"/>
            <a:ext cx="11201400" cy="658368"/>
          </a:xfrm>
          <a:prstGeom prst="roundRect">
            <a:avLst>
              <a:gd name="adj" fmla="val 9722"/>
            </a:avLst>
          </a:prstGeom>
          <a:solidFill>
            <a:srgbClr val="FFF6EE"/>
          </a:solidFill>
          <a:ln w="12700">
            <a:solidFill>
              <a:srgbClr val="F5DCC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5870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何时把砍掉的捡回来？</a:t>
            </a:r>
            <a:pPr indent="0" marL="0">
              <a:buNone/>
            </a:pPr>
            <a:r>
              <a:rPr lang="en-US" sz="115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需要对学校出正式质量报告、或应对监管检查时——校准、分级、门禁按需加回，是加法不是重构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教育Agent输出质量检测 · 内部分享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检测框架总览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097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两层流水线：每次只跑一个智能体，用该智能体自己的配置出结果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536192"/>
            <a:ext cx="11201400" cy="566928"/>
          </a:xfrm>
          <a:prstGeom prst="roundRect">
            <a:avLst>
              <a:gd name="adj" fmla="val 11290"/>
            </a:avLst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按智能体独立配置　</a:t>
            </a:r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评分维度（勾选）　/　场景清单（权重·要素·口径）　/　规则启停与扣分　/　提示词约束库　/　判定阈值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395728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2615184"/>
            <a:ext cx="420624" cy="420624"/>
          </a:xfrm>
          <a:prstGeom prst="ellipse">
            <a:avLst/>
          </a:prstGeom>
          <a:solidFill>
            <a:srgbClr val="6E56E8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265176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52728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样本接入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22376" y="31821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samples 样本库或 /api/ingest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trace含上下文·学段·约束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2376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 18 条样本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72968" y="3383280"/>
            <a:ext cx="219456" cy="0"/>
          </a:xfrm>
          <a:prstGeom prst="line">
            <a:avLst/>
          </a:prstGeom>
          <a:noFill/>
          <a:ln w="27940">
            <a:solidFill>
              <a:srgbClr val="6E56E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10712" y="2395728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30168" y="2615184"/>
            <a:ext cx="420624" cy="420624"/>
          </a:xfrm>
          <a:prstGeom prst="ellipse">
            <a:avLst/>
          </a:prstGeom>
          <a:solidFill>
            <a:srgbClr val="6E56E8"/>
          </a:solidFill>
          <a:ln/>
        </p:spPr>
      </p:sp>
      <p:sp>
        <p:nvSpPr>
          <p:cNvPr id="19" name="Text 17"/>
          <p:cNvSpPr/>
          <p:nvPr/>
        </p:nvSpPr>
        <p:spPr>
          <a:xfrm>
            <a:off x="3630168" y="265176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60520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规则检查（全量）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630168" y="31821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词表·算式复核·要素·口径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安全/严重错误→重点问题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30168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条规则 · 拦截 5 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3383280"/>
            <a:ext cx="219456" cy="0"/>
          </a:xfrm>
          <a:prstGeom prst="line">
            <a:avLst/>
          </a:prstGeom>
          <a:noFill/>
          <a:ln w="27940">
            <a:solidFill>
              <a:srgbClr val="6E56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18504" y="2395728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615184"/>
            <a:ext cx="420624" cy="420624"/>
          </a:xfrm>
          <a:prstGeom prst="ellipse">
            <a:avLst/>
          </a:prstGeom>
          <a:solidFill>
            <a:srgbClr val="6E56E8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65176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8312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智能评分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537960" y="31821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LLM裁判 · 6维度rubric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含约束符合度逐条核对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3796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90分基线 · 扣分制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988552" y="3383280"/>
            <a:ext cx="219456" cy="0"/>
          </a:xfrm>
          <a:prstGeom prst="line">
            <a:avLst/>
          </a:prstGeom>
          <a:noFill/>
          <a:ln w="27940">
            <a:solidFill>
              <a:srgbClr val="6E56E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226296" y="2395728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45752" y="2615184"/>
            <a:ext cx="420624" cy="420624"/>
          </a:xfrm>
          <a:prstGeom prst="ellipse">
            <a:avLst/>
          </a:prstGeom>
          <a:solidFill>
            <a:srgbClr val="6E56E8"/>
          </a:solidFill>
          <a:ln/>
        </p:spPr>
      </p:sp>
      <p:sp>
        <p:nvSpPr>
          <p:cNvPr id="33" name="Text 31"/>
          <p:cNvSpPr/>
          <p:nvPr/>
        </p:nvSpPr>
        <p:spPr>
          <a:xfrm>
            <a:off x="9445752" y="265176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76104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问题清单与闭环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445752" y="31821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复核队列：确认/误报/修复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误报回填规则迭代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445752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本期问题 10 条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4681728"/>
            <a:ext cx="11201400" cy="566928"/>
          </a:xfrm>
          <a:prstGeom prst="roundRect">
            <a:avLst>
              <a:gd name="adj" fmla="val 11290"/>
            </a:avLst>
          </a:prstGeom>
          <a:solidFill>
            <a:srgbClr val="F6F6FA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8280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　</a:t>
            </a:r>
            <a:pPr indent="0" marL="0">
              <a:buNone/>
            </a:pPr>
            <a:r>
              <a:rPr lang="en-US" sz="12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评分卡（维度×场景权重）　/　重点问题与趋势预警　/　问题清单（复核闭环）　/　质量日报（自动归档）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296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安全合规一票否决</a:t>
            </a:r>
            <a:pPr indent="0" marL="0"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（不被平均分掩盖）　　</a:t>
            </a:r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全量守住底线 · 抽样精细评估</a:t>
            </a:r>
            <a:pPr indent="0" marL="0"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（控制检测成本）　　</a:t>
            </a:r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每个问题可追溯到 规则ID + 约束ID + 样本ID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教育Agent输出质量检测 · 内部分享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· DIMENSIONS x SCENARIOS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规则体系：维度 × 场景族 × 智能体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097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通用维度是纵坐标，场景族是横坐标——每个智能体在交叉点上自定义自己的检测卡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02920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通用基础维度（8项：6项计分 + 2项预留）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121408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10435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2128723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一票否决，红线维度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523744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12771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事实正确性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2531059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含编造情节/引用溯源规则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29260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15107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提示词符合度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2933395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约束库逐条核对（公式分）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328416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17443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适龄与课标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3335731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学段适配 · 不超纲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3730752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19779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结构完整性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77440" y="3738067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要素齐全 · 不跳步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4133088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22115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表达与引导性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77440" y="4140403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语气适龄 · 有引导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4617720"/>
            <a:ext cx="4480560" cy="0"/>
          </a:xfrm>
          <a:prstGeom prst="line">
            <a:avLst/>
          </a:prstGeom>
          <a:noFill/>
          <a:ln w="12700">
            <a:solidFill>
              <a:srgbClr val="E4E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7548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F1F1F6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743907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稳定性与一致性（预留）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77440" y="4762195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需重复采样比对，预留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" y="5157216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F1F1F6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146243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性能与成本（预留）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77440" y="5164531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依赖网关埋点，预留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760720" y="15910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场景族全景（规范中心实拍）：跨智能体看清 6 族覆盖与空缺</a:t>
            </a:r>
            <a:endParaRPr lang="en-US" sz="1250" dirty="0"/>
          </a:p>
        </p:txBody>
      </p:sp>
      <p:pic>
        <p:nvPicPr>
          <p:cNvPr id="36" name="Image 0" descr="C:\Users\Administrator\.zcode\cli\artifacts\sess_0387ff04-3c8a-466a-97a5-7b7cc4eff10f\call_5b75f3d42cc047d291c5a042-tool-result-4fbf9db4-8a79-4ac4-be3f-3506de2d42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938528"/>
            <a:ext cx="5897880" cy="4096512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502920" y="5806440"/>
            <a:ext cx="5029200" cy="566928"/>
          </a:xfrm>
          <a:prstGeom prst="roundRect">
            <a:avLst>
              <a:gd name="adj" fmla="val 11290"/>
            </a:avLst>
          </a:prstGeom>
          <a:solidFill>
            <a:srgbClr val="F6F6FA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1520" y="5943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按智能体配置五件套：</a:t>
            </a:r>
            <a:pPr indent="0" marL="0"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维度 / 场景清单 / 规则 / 约束库 / 阈值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教育Agent输出质量检测 · 内部分享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 · PROMPT COMPLIANCE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提示词约束符合度：检测「是否按要求生成」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097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把多层提示词约束声明为可核对的断言清单——从『泛泛打分』升级为『对照检查』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696212"/>
            <a:ext cx="82296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819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约束声明化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多层提示词约束 → 可核对断言清单（约束ID + 核对方式），按智能体独立维护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482596"/>
            <a:ext cx="82296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682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三种核对方式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70662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裁判核对（语义类）/ 关联规则（复用现有规则）/ 人工复核（不参与自动计分）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68980"/>
            <a:ext cx="82296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公式计分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4930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提示词符合度 = 符合断言数 ÷ 应核断言数 × 100，计入产品总分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055364"/>
            <a:ext cx="82296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410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重点约束一票否决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2793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 critical 断言（如知识越界、编造情节）整条列重点问题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841748"/>
            <a:ext cx="82296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7274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闭环反哺提示词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0657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按约束ID归因——最常被违反的约束，反推提示词该改哪里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5650992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806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· 中学版4层约束：</a:t>
            </a:r>
            <a:pPr indent="0" marL="0">
              <a:buNone/>
            </a:pPr>
            <a:r>
              <a:rPr lang="en-US" sz="105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课程知识边界 / 能力与质量标准 / 命题趋势 / 专家策略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80760" y="159105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作业智能体-中学版约束库实拍：4层提示词约束 · 每层多条断言可配置</a:t>
            </a:r>
            <a:endParaRPr lang="en-US" sz="1250" dirty="0"/>
          </a:p>
        </p:txBody>
      </p:sp>
      <p:pic>
        <p:nvPicPr>
          <p:cNvPr id="26" name="Image 0" descr="C:\Users\Administrator\.zcode\cli\artifacts\sess_0387ff04-3c8a-466a-97a5-7b7cc4eff10f\call_2455d94956d7463296fcfa20-tool-result-a0bc27f4-1fde-452d-a2ff-1895295624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938528"/>
            <a:ext cx="5577840" cy="38679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教育Agent输出质量检测 · 内部分享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评分与判定逻辑：扣分制 + 双阈值 + 一票否决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097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每条问题都能回答：哪条规则/哪条约束、扣在哪、为什么进清单</a:t>
            </a:r>
            <a:endParaRPr lang="en-US" sz="1150" dirty="0"/>
          </a:p>
        </p:txBody>
      </p:sp>
      <p:pic>
        <p:nvPicPr>
          <p:cNvPr id="8" name="Image 0" descr="C:\Users\Administrator\.zcode\cli\artifacts\sess_0387ff04-3c8a-466a-97a5-7b7cc4eff10f\call_5b75f3d42cc047d291c5a042-tool-result-ea099d48-f80d-494d-94e0-9aa3092de2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5486400" cy="3813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5440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规范中心 · 裁判评分口径：主观五维 + 提示词符合度公式分，并列展示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55080" y="1572768"/>
            <a:ext cx="5349240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主观五维（裁判打分）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29400" y="2153412"/>
            <a:ext cx="82296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13" name="Text 10"/>
          <p:cNvSpPr/>
          <p:nvPr/>
        </p:nvSpPr>
        <p:spPr>
          <a:xfrm>
            <a:off x="6812280" y="20391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每维度以 90 分为基线，命中规则扣对应分值，可叠加至 0 分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29400" y="2482596"/>
            <a:ext cx="82296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15" name="Text 12"/>
          <p:cNvSpPr/>
          <p:nvPr/>
        </p:nvSpPr>
        <p:spPr>
          <a:xfrm>
            <a:off x="6812280" y="23682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拦截类（敏感词/算式/答案矛盾）：维度归零 + 重点问题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29400" y="2811780"/>
            <a:ext cx="82296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17" name="Text 14"/>
          <p:cNvSpPr/>
          <p:nvPr/>
        </p:nvSpPr>
        <p:spPr>
          <a:xfrm>
            <a:off x="681228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维度分 → 场景分（样本平均）→ 产品分（场景权重加权）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3182112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9400" y="33467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公式分（提示词符合度）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629400" y="3657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得分 = 符合断言数 ÷ 应核断言数 × 100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违反重点约束 → 整条列重点问题；存疑计为不合规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55080" y="4517136"/>
            <a:ext cx="534924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9400" y="4681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阈值与追溯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629400" y="5097780"/>
            <a:ext cx="82296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24" name="Text 21"/>
          <p:cNvSpPr/>
          <p:nvPr/>
        </p:nvSpPr>
        <p:spPr>
          <a:xfrm>
            <a:off x="6812280" y="4983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问题清单线：总分 &lt; 70 或单维度 &lt; 60（按智能体可配）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629400" y="5426964"/>
            <a:ext cx="82296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26" name="Text 23"/>
          <p:cNvSpPr/>
          <p:nvPr/>
        </p:nvSpPr>
        <p:spPr>
          <a:xfrm>
            <a:off x="6812280" y="5312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趋势预警：场景分对比7日基线下降 ≥ 5 分（周度复盘）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629400" y="5756148"/>
            <a:ext cx="82296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28" name="Text 25"/>
          <p:cNvSpPr/>
          <p:nvPr/>
        </p:nvSpPr>
        <p:spPr>
          <a:xfrm>
            <a:off x="6812280" y="56418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每条问题携带 样本ID + 规则ID/约束ID + 时间戳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教育Agent输出质量检测 · 内部分享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页面交互：两个页面，各管一件事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097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质量看板给所有人看结果；规范中心给需要查规则、改配置的人用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质量看板（日常看结果）</a:t>
            </a:r>
            <a:endParaRPr lang="en-US" sz="1250" dirty="0"/>
          </a:p>
        </p:txBody>
      </p:sp>
      <p:pic>
        <p:nvPicPr>
          <p:cNvPr id="9" name="Image 0" descr="C:\Users\Administrator\.zcode\cli\artifacts\sess_0387ff04-3c8a-466a-97a5-7b7cc4eff10f\call_c83b2823ecea4a139ffd2d06-tool-result-04454a48-78c8-4a69-967f-08e25311ea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440680" cy="3776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63640" y="148132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规范中心（查规则 · 改配置）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63640" y="1783080"/>
            <a:ext cx="5440680" cy="3776472"/>
          </a:xfrm>
          <a:prstGeom prst="rect">
            <a:avLst/>
          </a:prstGeom>
          <a:solidFill>
            <a:srgbClr val="F6F6FA"/>
          </a:solidFill>
          <a:ln w="12700">
            <a:solidFill>
              <a:srgbClr val="E4E4EE"/>
            </a:solidFill>
          </a:ln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侧栏8区：检测流程 · 规则库 · 约束库 · 裁判口径 · 词表 · 维度 · 场景 · 阈值 · 审计（实拍见第5-7页）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5715000"/>
            <a:ext cx="11201400" cy="713232"/>
          </a:xfrm>
          <a:prstGeom prst="roundRect">
            <a:avLst>
              <a:gd name="adj" fmla="val 8974"/>
            </a:avLst>
          </a:prstGeom>
          <a:solidFill>
            <a:srgbClr val="F6F6FA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581558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质量看板　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覆盖地图点块切换智能体 · 得分环绿/黄/红分层 · 重点问题/趋势预警/待复核先给量再给明细 · 问题清单规则ID与约束ID可溯源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规范中心　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点哪个看哪个，配置保存即审计；约束违反以 PC-xx ID 芯片标注，与规则ID并列展示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教育Agent输出质量检测 · 内部分享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工程实现：哪些已落地，哪些是预留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097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演示系统已完整跑通简化架构；预留项均有明确接入接口与触发条件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72107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当前已实现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22128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2311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按智能体选跑：一次只跑一家，结果分档存档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27249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743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条检测规则 + 词表 + 要素/口径 全部前台可配置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32369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32552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提示词约束库与「约束符合度」维度，按智能体独立配置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" y="3749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7673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模拟规则裁判（默认）与 LLM 裁判双实现，契约一致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1248" y="42611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42793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评分卡 / 重点问题 / 趋势预警 / 问题清单 全链路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" y="4773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47914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badcase 复核状态机 + 配置变更审计 + 质量日报自动归档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248" y="52852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六大场景族全景与覆盖空缺可视（学情/语音两族暂空）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1572768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772107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预留（含触发条件）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01968" y="22128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31152" y="22311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裁判真实接入：填 API Key 即切换（rubric 与约束核对已就位）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01968" y="27249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31152" y="2743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真实流量接入：POST /api/ingest 契约已定，替代静态样本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01968" y="32369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31152" y="32552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稳定性维度：同输入重复采样比对，真实流量后启用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01968" y="3749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31152" y="37673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性能与成本维度：网关埋点延迟/成本数据接入后启用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601968" y="42611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31152" y="42793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回归集与发布门禁：由 badcase 清单逐步沉淀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601968" y="4773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31152" y="47914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裁判校准（κ / ECE）与置信度自动放行：对外报告前补齐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601968" y="52852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31152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红队对抗集 / 教师反馈自动回流标注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02920" y="6199632"/>
            <a:ext cx="11201400" cy="502920"/>
          </a:xfrm>
          <a:prstGeom prst="roundRect">
            <a:avLst>
              <a:gd name="adj" fmla="val 12727"/>
            </a:avLst>
          </a:prstGeom>
          <a:solidFill>
            <a:srgbClr val="F6F6FA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63093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预留不是空话：每一项都有落点——接口已定义（/api/ingest、Key即切换）、数据结构已预留（reserved 标记）、触发条件已写明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教育Agent输出质量检测 · 内部分享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工程实现要点：给技术同学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097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零第三方依赖起步，四个清晰的替换点，配置驱动一切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792224"/>
            <a:ext cx="384048" cy="73152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19019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" y="223113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Python 标准库（http.server / json），零第三方依赖；单机即可运行：python run.py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572768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9672" y="1792224"/>
            <a:ext cx="384048" cy="73152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19019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223113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scenarios.json（维度·场景·阈值）+ rules.json（规则与词表）+ constraints.json（提示词约束库，按智能体）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" y="3273552"/>
            <a:ext cx="384048" cy="73152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3383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替换点 ①存储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952" y="37124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文件（store.py）→ 数据库；接口不变，页面与流水线无感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054096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3273552"/>
            <a:ext cx="384048" cy="73152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3383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替换点 ②裁判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9672" y="37124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模拟规则裁判 → LLM裁判：设置 QA_LLM_API_KEY 即切换，失败自动回退；约束断言随 rubric 逐条核对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535424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" y="4754880"/>
            <a:ext cx="384048" cy="73152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48646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替换点 ③流量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" y="519379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静态样本 → POST /api/ingest 真实接入（契约含 product_id + scenario_id + 约束ID列表 + 输入输出）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4535424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9672" y="4754880"/>
            <a:ext cx="384048" cy="73152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48646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成本量级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19672" y="519379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规则检查近零成本；LLM 裁判按条计费——每场景每日 100~200 条，月成本几十~几百元量级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5943600"/>
            <a:ext cx="11201400" cy="502920"/>
          </a:xfrm>
          <a:prstGeom prst="roundRect">
            <a:avLst>
              <a:gd name="adj" fmla="val 12727"/>
            </a:avLst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604418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对接入的要求：</a:t>
            </a:r>
            <a:pPr indent="0" marL="0">
              <a:buNone/>
            </a:pPr>
            <a:r>
              <a:rPr lang="en-US" sz="115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侧只需按契约推送输出（含场景、学段、本次加载的约束），其余检测、评分、告警、留痕全部由平台承担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教育Agent输出质量检测 · 内部分享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演进路线：从 MVP 到对外可信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097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每个阶段的启用项都对应明确的触发条件，不提前做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10607040" cy="0"/>
          </a:xfrm>
          <a:prstGeom prst="line">
            <a:avLst/>
          </a:prstGeom>
          <a:noFill/>
          <a:ln w="25400">
            <a:solidFill>
              <a:srgbClr val="E4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12848"/>
            <a:ext cx="256032" cy="256032"/>
          </a:xfrm>
          <a:prstGeom prst="ellipse">
            <a:avLst/>
          </a:prstGeom>
          <a:solidFill>
            <a:srgbClr val="6E56E8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现在（已上线）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26974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2004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三智能体选跑 · 规则+裁判两层流水线 · 提示词约束核对 · 评分卡与问题闭环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39312" y="2212848"/>
            <a:ext cx="256032" cy="256032"/>
          </a:xfrm>
          <a:prstGeom prst="ellipse">
            <a:avLst/>
          </a:prstGeom>
          <a:solidFill>
            <a:srgbClr val="14A08F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1~2 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10712" y="3017520"/>
            <a:ext cx="26974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32004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真实流量 /api/ingest 接入 · LLM 裁判切换（约束语义核对生效）· 教师反馈回流标注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47104" y="2212848"/>
            <a:ext cx="256032" cy="25603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3~6 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18504" y="3017520"/>
            <a:ext cx="26974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32004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回归集 + 发布门禁 · 稳定性维度启用 · 裁判校准 κ/ECE · 性能成本维度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54896" y="2212848"/>
            <a:ext cx="256032" cy="256032"/>
          </a:xfrm>
          <a:prstGeom prst="ellipse">
            <a:avLst/>
          </a:prstGeom>
          <a:solidFill>
            <a:srgbClr val="0FA36B"/>
          </a:solidFill>
          <a:ln/>
        </p:spPr>
      </p:sp>
      <p:sp>
        <p:nvSpPr>
          <p:cNvPr id="22" name="Text 20"/>
          <p:cNvSpPr/>
          <p:nvPr/>
        </p:nvSpPr>
        <p:spPr>
          <a:xfrm>
            <a:off x="9244584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 6 月+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226296" y="3017520"/>
            <a:ext cx="26974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27464" y="32004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对外质量报告 · 监管合规证据 · 置信度自动放行 · 新 Agent 4 周标准接入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5257800"/>
            <a:ext cx="11201400" cy="1051560"/>
          </a:xfrm>
          <a:prstGeom prst="roundRect">
            <a:avLst>
              <a:gd name="adj" fmla="val 6087"/>
            </a:avLst>
          </a:prstGeom>
          <a:solidFill>
            <a:srgbClr val="EFEBFF"/>
          </a:solidFill>
          <a:ln w="12700">
            <a:solidFill>
              <a:srgbClr val="EFE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先让底线看得见，再让质量越来越准，最后让结果对外可信——每一步都由当时的真实需要触发，而不是提前预支工程量。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教育Agent输出质量检测 · 内部分享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带走三句话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333756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95728"/>
            <a:ext cx="457200" cy="82296"/>
          </a:xfrm>
          <a:prstGeom prst="rect">
            <a:avLst/>
          </a:prstGeom>
          <a:solidFill>
            <a:srgbClr val="6E56E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体系已跑通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0175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选智能体 → 按它自己的维度/场景/规则/约束直接跑 → 评分卡 + 问题清单，全链路可追溯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103120"/>
            <a:ext cx="333756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395728"/>
            <a:ext cx="457200" cy="82296"/>
          </a:xfrm>
          <a:prstGeom prst="rect">
            <a:avLst/>
          </a:prstGeom>
          <a:solidFill>
            <a:srgbClr val="14A08F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560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配置即能力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30175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词表、要素、权重、阈值、规则、提示词约束全部前台可改；改的是配置，长的是资产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33756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395728"/>
            <a:ext cx="457200" cy="8229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560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减法是策略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砍掉的是工程化预支，不是能力——触发条件到了，校准与分级按需加回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892040"/>
            <a:ext cx="10561320" cy="914400"/>
          </a:xfrm>
          <a:prstGeom prst="roundRect">
            <a:avLst>
              <a:gd name="adj" fmla="val 7000"/>
            </a:avLst>
          </a:prstGeom>
          <a:solidFill>
            <a:srgbClr val="F6F6FA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现场可体验：</a:t>
            </a:r>
            <a:pPr indent="0" marL="0">
              <a:buNone/>
            </a:pPr>
            <a:r>
              <a:rPr lang="en-US" sz="1250" dirty="0">
                <a:solidFill>
                  <a:srgbClr val="6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http://127.0.0.1:8765　质量看板（选智能体看结果）　|　规范中心（查规则 · 约束库 · 改配置 · 看审计）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5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欢迎拍砖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教育Agent输出质量检测 · MVP实践分享</dc:title>
  <dc:subject>PptxGenJS Presentation</dc:subject>
  <dc:creator>金岭教育科技</dc:creator>
  <cp:lastModifiedBy>金岭教育科技</cp:lastModifiedBy>
  <cp:revision>1</cp:revision>
  <dcterms:created xsi:type="dcterms:W3CDTF">2026-09-24T11:07:05Z</dcterms:created>
  <dcterms:modified xsi:type="dcterms:W3CDTF">2026-09-24T11:07:05Z</dcterms:modified>
</cp:coreProperties>
</file>